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8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6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8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7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5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8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93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3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5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9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70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2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06F63-2686-4DC1-9E7B-46B81978A2F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E7021-D3F6-45BE-93AD-A7DCD3A0E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0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3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8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6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93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2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36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7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562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0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3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13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37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52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81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64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10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16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95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41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43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76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6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85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25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75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50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09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95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68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77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81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000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543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57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819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32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02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74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2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2025-11-19T08:25:08Z</dcterms:created>
  <dcterms:modified xsi:type="dcterms:W3CDTF">2025-11-19T08:25:31Z</dcterms:modified>
</cp:coreProperties>
</file>