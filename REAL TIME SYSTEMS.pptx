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0" autoAdjust="0"/>
    <p:restoredTop sz="94434" autoAdjust="0"/>
  </p:normalViewPr>
  <p:slideViewPr>
    <p:cSldViewPr snapToGrid="0" snapToObjects="1">
      <p:cViewPr varScale="1">
        <p:scale>
          <a:sx n="74" d="100"/>
          <a:sy n="74" d="100"/>
        </p:scale>
        <p:origin x="16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CCF38-FA58-4881-AA53-9197EA6A556C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84D38-8577-482A-BAE7-3EE960987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5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84D38-8577-482A-BAE7-3EE9609877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1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On-screen Show (4:3)</PresentationFormat>
  <Paragraphs>1</Paragraphs>
  <Slides>83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2025-09-13T09:47:50Z</dcterms:modified>
  <cp:category/>
</cp:coreProperties>
</file>