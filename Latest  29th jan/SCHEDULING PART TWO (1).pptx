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ObNJP+lEW31LVBjO7nz4E8CGR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4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864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2025-11-19T08:25:08Z</dcterms:created>
  <dc:creator>Admin</dc:creator>
</cp:coreProperties>
</file>